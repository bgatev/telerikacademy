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5496290"/>
            <a:ext cx="3990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>
              <a:buNone/>
              <a:def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Corbel" pitchFamily="34" charset="0"/>
              </a:defRPr>
            </a:lvl1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sz="20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Learning &amp; Development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1090"/>
            <a:ext cx="399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>
              <a:buNone/>
              <a:defRPr lang="en-US" sz="1800" dirty="0">
                <a:solidFill>
                  <a:schemeClr val="tx2">
                    <a:lumMod val="20000"/>
                    <a:lumOff val="80000"/>
                  </a:schemeClr>
                </a:solidFill>
                <a:latin typeface="Corbel" pitchFamily="34" charset="0"/>
              </a:defRPr>
            </a:lvl1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sz="1800" dirty="0" smtClean="0"/>
              <a:t>http://academy.telerik.com</a:t>
            </a:r>
            <a:endParaRPr lang="en-US" sz="1800" dirty="0"/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5121649"/>
            <a:ext cx="3990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dirty="0">
                <a:solidFill>
                  <a:schemeClr val="tx2">
                    <a:lumMod val="50000"/>
                  </a:schemeClr>
                </a:solidFill>
                <a:latin typeface="Corbel" pitchFamily="34" charset="0"/>
              </a:defRPr>
            </a:lvl1pPr>
          </a:lstStyle>
          <a:p>
            <a:pPr lvl="0" eaLnBrk="1" hangingPunct="1">
              <a:spcBef>
                <a:spcPct val="0"/>
              </a:spcBef>
            </a:pP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Corbel" pitchFamily="34" charset="0"/>
              </a:rPr>
              <a:t>Telerik Software Academy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312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9C4F5EC0-0B6B-41A8-8343-F637B219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19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2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9C4F5EC0-0B6B-41A8-8343-F637B219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4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77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/>
          </p:nvSpPr>
          <p:spPr>
            <a:xfrm flipH="1">
              <a:off x="3394421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/>
          </p:nvSpPr>
          <p:spPr>
            <a:xfrm flipH="1">
              <a:off x="1350512" y="1528531"/>
              <a:ext cx="2008657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/>
          </p:nvSpPr>
          <p:spPr>
            <a:xfrm flipH="1">
              <a:off x="1538277" y="2175144"/>
              <a:ext cx="181669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/>
          </p:nvSpPr>
          <p:spPr>
            <a:xfrm flipH="1">
              <a:off x="1660733" y="2421354"/>
              <a:ext cx="1697684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/>
          </p:nvSpPr>
          <p:spPr>
            <a:xfrm flipH="1">
              <a:off x="1448484" y="2878556"/>
              <a:ext cx="190883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/>
          </p:nvSpPr>
          <p:spPr>
            <a:xfrm flipH="1">
              <a:off x="1636239" y="1946534"/>
              <a:ext cx="174759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/>
          </p:nvSpPr>
          <p:spPr>
            <a:xfrm flipH="1">
              <a:off x="3402822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/>
          </p:nvSpPr>
          <p:spPr>
            <a:xfrm flipH="1">
              <a:off x="3389110" y="1523999"/>
              <a:ext cx="187428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/>
          </p:nvSpPr>
          <p:spPr>
            <a:xfrm flipH="1">
              <a:off x="3398080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/>
        </p:nvSpPr>
        <p:spPr>
          <a:xfrm rot="9535351" flipH="1">
            <a:off x="923387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/>
        </p:nvSpPr>
        <p:spPr>
          <a:xfrm rot="16938170" flipH="1">
            <a:off x="4905823" y="1031967"/>
            <a:ext cx="859648" cy="186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/>
        </p:nvSpPr>
        <p:spPr>
          <a:xfrm rot="19836951" flipH="1">
            <a:off x="7379011" y="1495156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/>
        </p:nvSpPr>
        <p:spPr>
          <a:xfrm rot="2233443" flipH="1">
            <a:off x="2139219" y="940067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/>
        </p:nvSpPr>
        <p:spPr>
          <a:xfrm rot="8530737" flipH="1">
            <a:off x="4757101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/>
        </p:nvSpPr>
        <p:spPr>
          <a:xfrm rot="12627025" flipH="1">
            <a:off x="2910498" y="4405709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/>
        </p:nvSpPr>
        <p:spPr>
          <a:xfrm rot="1186146" flipH="1">
            <a:off x="6185958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/>
        </p:nvSpPr>
        <p:spPr>
          <a:xfrm rot="19460650" flipH="1">
            <a:off x="3150207" y="1979503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/>
        </p:nvSpPr>
        <p:spPr>
          <a:xfrm rot="18277140" flipH="1">
            <a:off x="405235" y="3272338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/>
        </p:nvSpPr>
        <p:spPr>
          <a:xfrm rot="18695734" flipH="1">
            <a:off x="3127408" y="5396301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/>
        </p:nvSpPr>
        <p:spPr>
          <a:xfrm rot="20840689" flipH="1">
            <a:off x="8186733" y="5517703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/>
        </p:nvSpPr>
        <p:spPr>
          <a:xfrm rot="15426793" flipH="1">
            <a:off x="1145826" y="4072255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/>
        </p:nvSpPr>
        <p:spPr>
          <a:xfrm rot="2086872" flipH="1">
            <a:off x="8330354" y="1359229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2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6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2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652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228602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2988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Canvas Frameworks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Doing the Canvas the "easy way"!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Learning &amp; Development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http://academy.telerik.com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955979"/>
      </p:ext>
    </p:extLst>
  </p:cSld>
  <p:clrMapOvr>
    <a:masterClrMapping/>
  </p:clrMapOvr>
</p:sld>
</file>

<file path=ppt/theme/theme1.xml><?xml version="1.0" encoding="utf-8"?>
<a:theme xmlns:a="http://schemas.openxmlformats.org/drawingml/2006/main" name="Telerik Academy theme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rik Academy theme" id="{2620D71C-A5FD-46E0-A488-16D4CF22AEE2}" vid="{F028A4D3-6851-4D6D-A82D-72CBFB9A81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Telerik Academy theme</Template>
  <TotalTime>0</TotalTime>
  <Words>19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Cambria</vt:lpstr>
      <vt:lpstr>Consolas</vt:lpstr>
      <vt:lpstr>Corbel</vt:lpstr>
      <vt:lpstr>Wingdings 2</vt:lpstr>
      <vt:lpstr>Telerik Academy theme</vt:lpstr>
      <vt:lpstr>Canvas Frameworks</vt:lpstr>
    </vt:vector>
  </TitlesOfParts>
  <Company>Telerik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Canvas Frameworks</dc:title>
  <dc:creator>Doncho Minkov</dc:creator>
  <cp:lastModifiedBy>Doncho Minkov</cp:lastModifiedBy>
  <cp:revision>2</cp:revision>
  <dcterms:created xsi:type="dcterms:W3CDTF">2014-05-20T12:00:09Z</dcterms:created>
  <dcterms:modified xsi:type="dcterms:W3CDTF">2014-05-20T12:00:54Z</dcterms:modified>
</cp:coreProperties>
</file>